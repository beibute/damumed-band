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не браслет, а медицинский надзор. Деньги — от мониторинга и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цены. Не зарабатываем на железе — зарабатываем на надзоре.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национальная процедура, держатель — Damumed. Без ЭКГ и без ИИ,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1133475"/>
            <a:ext cx="104775" cy="104775"/>
          </a:xfrm>
          <a:prstGeom prst="ellipse">
            <a:avLst/>
          </a:prstGeom>
          <a:solidFill>
            <a:srgbClr val="3ECF8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76325" y="1047750"/>
            <a:ext cx="42418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Аналитический отчёт · август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7250" y="2434754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857250" y="5129138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дешевле массового фитнес-трекера — производство, регистрация и экономика первой партии</a:t>
            </a:r>
            <a:endParaRPr lang="en-US" sz="1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9427"/>
            <a:ext cx="25733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55627"/>
            <a:ext cx="230761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41414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не браслет, а медицинский надзор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464248"/>
            <a:ext cx="583931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идёт с минимальной наценкой. Деньги приходят от мониторинга и подписок, а не от железа.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74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" y="6559748"/>
            <a:ext cx="78057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производство без экрана — по образцу Whoop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5982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14450" y="7045523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884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14450" y="7874198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13645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89845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22887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0" y="4503837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236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цены, ни одной случайной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7637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в рознице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рассрочку на год — 1 250 ₸/мес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9640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2502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«медицинский надзор»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любой психологической планки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поликлинике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оснащение участка без сложных процедур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для поликлиники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/пациент/мес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менее трети подушевого норматива</a:t>
            </a:r>
            <a:endParaRPr lang="en-US" sz="17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Базовый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Массовый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−3,4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+47,2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Национальный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−20,8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+12,5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I на партии 10 000 — осторожный вход, либо уровень II на партии 20 000 — ставка на охват.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983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32603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9277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001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49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5149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773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297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6297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3921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35050" y="4408140"/>
            <a:ext cx="3478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735050" y="4803428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517803"/>
            <a:ext cx="34785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47750" y="654650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38275" y="6941790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6879878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6751" y="6879878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768438" y="6879878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625465" y="6879878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7595" y="6879878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7750" y="7784753"/>
            <a:ext cx="17811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583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95425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7148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811735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94475" y="3240360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7148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93600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7148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7608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47750" y="7947571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30996" y="7687568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14315" y="7407548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561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80881" y="6687443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64201" y="6847433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47521" y="7247483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0841" y="7647533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14161" y="8047583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797480" y="8007623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880800" y="7767563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964120" y="7527578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047440" y="7287518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5130760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14080" y="6767438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50" y="8400008"/>
            <a:ext cx="648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883947" y="8400008"/>
            <a:ext cx="26463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553259" y="8400008"/>
            <a:ext cx="7631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9354"/>
            <a:ext cx="3135139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85554"/>
            <a:ext cx="28862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86671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0" y="4081909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Мобильное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без ИИ-советника и оценки давления по браслету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85132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522390"/>
            <a:ext cx="16192500" cy="4279404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7275" y="3531915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0175" y="3760515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77183"/>
            <a:ext cx="716186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57275" y="4274865"/>
            <a:ext cx="16173450" cy="604838"/>
          </a:xfrm>
          <a:prstGeom prst="rect">
            <a:avLst/>
          </a:prstGeom>
          <a:solidFill>
            <a:srgbClr val="F4F7F5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7275" y="4870177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00175" y="4465365"/>
            <a:ext cx="4439934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24215" y="4465365"/>
            <a:ext cx="2822593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34500" y="4465365"/>
            <a:ext cx="2822516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444710" y="4465365"/>
            <a:ext cx="4744810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7275" y="4879702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57275" y="5940698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00175" y="527208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279231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45894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86900" y="5303044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27352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11219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00175" y="63426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497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16414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86900" y="6373564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197873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68394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7553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42200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486900" y="7299350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280300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4703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52323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109020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936903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43827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8692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без ИИ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с ИИ автоматически получает высший класс риска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823293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899493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6623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581549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8275" y="387682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883968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696867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8275" y="5144988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992142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6117878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готовы платить за мониторинг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420296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2–3 разговорами до заказа; иначе разворот в розницу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23319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38275" y="768131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52847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медицинский надзор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2026-08-31T15:13:43Z</dcterms:created>
  <dcterms:modified xsi:type="dcterms:W3CDTF">2026-08-31T15:13:43Z</dcterms:modified>
</cp:coreProperties>
</file>